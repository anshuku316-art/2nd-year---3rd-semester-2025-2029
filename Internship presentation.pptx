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9F11-E910-3570-D3EA-55E1245C8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76516"/>
            <a:ext cx="8825658" cy="2399071"/>
          </a:xfrm>
        </p:spPr>
        <p:txBody>
          <a:bodyPr/>
          <a:lstStyle/>
          <a:p>
            <a:r>
              <a:rPr lang="en-IN" dirty="0"/>
              <a:t>TATA-GenAI Powered Data Analytics Job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39787-1207-5228-FEF8-F90D59215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962400"/>
            <a:ext cx="8825658" cy="1671484"/>
          </a:xfrm>
        </p:spPr>
        <p:txBody>
          <a:bodyPr>
            <a:normAutofit/>
          </a:bodyPr>
          <a:lstStyle/>
          <a:p>
            <a:r>
              <a:rPr lang="en-IN" dirty="0"/>
              <a:t>Presented by: Anshu </a:t>
            </a:r>
            <a:r>
              <a:rPr lang="en-IN" dirty="0" err="1"/>
              <a:t>kumar</a:t>
            </a:r>
            <a:r>
              <a:rPr lang="en-IN" dirty="0"/>
              <a:t> </a:t>
            </a:r>
            <a:r>
              <a:rPr lang="en-IN" dirty="0" err="1"/>
              <a:t>gupta</a:t>
            </a:r>
            <a:endParaRPr lang="en-IN" dirty="0"/>
          </a:p>
          <a:p>
            <a:r>
              <a:rPr lang="en-IN" dirty="0"/>
              <a:t>B-tech</a:t>
            </a:r>
          </a:p>
          <a:p>
            <a:r>
              <a:rPr lang="en-IN" dirty="0"/>
              <a:t>Certificate </a:t>
            </a:r>
            <a:r>
              <a:rPr lang="en-IN" dirty="0" err="1"/>
              <a:t>oF</a:t>
            </a:r>
            <a:r>
              <a:rPr lang="en-IN" dirty="0"/>
              <a:t> completion</a:t>
            </a:r>
          </a:p>
          <a:p>
            <a:r>
              <a:rPr lang="en-IN" dirty="0"/>
              <a:t>August 29,2026</a:t>
            </a:r>
          </a:p>
        </p:txBody>
      </p:sp>
    </p:spTree>
    <p:extLst>
      <p:ext uri="{BB962C8B-B14F-4D97-AF65-F5344CB8AC3E}">
        <p14:creationId xmlns:p14="http://schemas.microsoft.com/office/powerpoint/2010/main" val="389446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B24D-297F-6E43-9AA1-0B9FE7A2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 THE JOB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CCB2B-8F6A-0BED-43E0-3E4DCBBB9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959509"/>
            <a:ext cx="8825659" cy="2654709"/>
          </a:xfrm>
        </p:spPr>
        <p:txBody>
          <a:bodyPr/>
          <a:lstStyle/>
          <a:p>
            <a:r>
              <a:rPr lang="en-IN" dirty="0"/>
              <a:t>The simulation was completed through forage in collaboration with tata.</a:t>
            </a:r>
          </a:p>
          <a:p>
            <a:r>
              <a:rPr lang="en-IN" dirty="0"/>
              <a:t>It provided practical exposure to real-world dada analytics activities.</a:t>
            </a:r>
          </a:p>
          <a:p>
            <a:r>
              <a:rPr lang="en-IN" dirty="0"/>
              <a:t>The work focused on customer data, risk analysis and collections strategy.</a:t>
            </a:r>
          </a:p>
          <a:p>
            <a:r>
              <a:rPr lang="en-IN" dirty="0"/>
              <a:t>The main aim was to use data and AI concepts to support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198983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7E5B7-CF11-169A-AECA-8BCE12908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Exploration Data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  Studied customer dada patterns and risk level</a:t>
            </a:r>
          </a:p>
          <a:p>
            <a:r>
              <a:rPr lang="en-IN" dirty="0"/>
              <a:t>Delinquency Prediction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Used AI-based analysis to identify possible payment risks.</a:t>
            </a:r>
          </a:p>
          <a:p>
            <a:r>
              <a:rPr lang="en-IN" dirty="0"/>
              <a:t>Business Reporting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Converted findings into clear reports and data stories.</a:t>
            </a:r>
          </a:p>
          <a:p>
            <a:r>
              <a:rPr lang="en-IN" dirty="0"/>
              <a:t>AI-Driven Collections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Used risk information to support a better collection strategy.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2757FD-2F42-20EA-28ED-BB670F7D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COMPLETED</a:t>
            </a:r>
          </a:p>
        </p:txBody>
      </p:sp>
    </p:spTree>
    <p:extLst>
      <p:ext uri="{BB962C8B-B14F-4D97-AF65-F5344CB8AC3E}">
        <p14:creationId xmlns:p14="http://schemas.microsoft.com/office/powerpoint/2010/main" val="2375649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E8FA-4043-27B6-8C4A-56476D50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TOOLS, SKILLS &amp;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63A0-D116-78D9-9072-49EDDD4BC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Analysis and Exploration Data Analysis(EDA)</a:t>
            </a:r>
          </a:p>
          <a:p>
            <a:r>
              <a:rPr lang="en-IN" dirty="0"/>
              <a:t>Risk Profiling and Predictive Analytics</a:t>
            </a:r>
          </a:p>
          <a:p>
            <a:r>
              <a:rPr lang="en-IN" dirty="0"/>
              <a:t>AI and Generative AI concepts</a:t>
            </a:r>
          </a:p>
          <a:p>
            <a:r>
              <a:rPr lang="en-IN" dirty="0"/>
              <a:t>Data visualization and business reporting</a:t>
            </a:r>
          </a:p>
          <a:p>
            <a:r>
              <a:rPr lang="en-IN" dirty="0"/>
              <a:t>Data storytelling and analysis and decision-making</a:t>
            </a:r>
          </a:p>
          <a:p>
            <a:r>
              <a:rPr lang="en-IN" dirty="0"/>
              <a:t>Understanding how analytics can improve collections strategy2Used AI-based analysis to identify possible payment risk.</a:t>
            </a:r>
          </a:p>
        </p:txBody>
      </p:sp>
    </p:spTree>
    <p:extLst>
      <p:ext uri="{BB962C8B-B14F-4D97-AF65-F5344CB8AC3E}">
        <p14:creationId xmlns:p14="http://schemas.microsoft.com/office/powerpoint/2010/main" val="2129230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840E-525D-B32C-988D-DFBA41784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78A74-05BF-BF6B-7FFA-B6C929377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simulation give me practical exposure to data analysis.</a:t>
            </a:r>
          </a:p>
          <a:p>
            <a:r>
              <a:rPr lang="en-IN" dirty="0"/>
              <a:t>I learned how to customer data can be analysed to find useful pattens and risks.</a:t>
            </a:r>
          </a:p>
          <a:p>
            <a:r>
              <a:rPr lang="en-IN" dirty="0"/>
              <a:t>I understood the role of AI in prediction and business decision-making.</a:t>
            </a:r>
          </a:p>
          <a:p>
            <a:r>
              <a:rPr lang="en-IN" dirty="0"/>
              <a:t>The experience helped me connect academic learning with a real world business case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         </a:t>
            </a:r>
            <a:r>
              <a:rPr lang="en-IN" dirty="0">
                <a:solidFill>
                  <a:schemeClr val="accent1"/>
                </a:solidFill>
              </a:rPr>
              <a:t>THANKYOU</a:t>
            </a:r>
          </a:p>
          <a:p>
            <a:pPr marL="0" indent="0">
              <a:buNone/>
            </a:pPr>
            <a:r>
              <a:rPr lang="en-IN" dirty="0"/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756418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{4C5DD0C2-6DB8-4C73-A355-A3C421E71319}TF229edf6a-8a49-49ee-a0a6-5037052947485fb3ca0c-bc27bf41d645</Template>
  <TotalTime>63</TotalTime>
  <Words>223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Wingdings</vt:lpstr>
      <vt:lpstr>Wingdings 3</vt:lpstr>
      <vt:lpstr>Ion Boardroom</vt:lpstr>
      <vt:lpstr>TATA-GenAI Powered Data Analytics Job Simulation</vt:lpstr>
      <vt:lpstr>ABOUT THE JOB SIMULATION</vt:lpstr>
      <vt:lpstr>TASK COMPLETED</vt:lpstr>
      <vt:lpstr>TOOLS, SKILLS &amp; LEARNING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anshuku3168@outlook.com</dc:creator>
  <cp:lastModifiedBy>anshuku3168@outlook.com</cp:lastModifiedBy>
  <cp:revision>1</cp:revision>
  <dcterms:created xsi:type="dcterms:W3CDTF">2026-08-30T09:41:42Z</dcterms:created>
  <dcterms:modified xsi:type="dcterms:W3CDTF">2026-08-30T10:45:08Z</dcterms:modified>
</cp:coreProperties>
</file>